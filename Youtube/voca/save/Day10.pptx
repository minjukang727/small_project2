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6858000" cy="12188952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8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4114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94A3B8"/>
                </a:solidFill>
                <a:latin typeface="맑은 고딕"/>
              </a:defRPr>
            </a:pPr>
            <a:r>
              <a:t>lead : ? ? 안내하다, 인도하다</a:t>
            </a:r>
            <a:br/>
            <a:r>
              <a:t>? 선두에 서다</a:t>
            </a:r>
            <a:br/>
            <a:r>
              <a:t>? 선두, 우세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0" y="457200"/>
            <a:ext cx="1828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>
                <a:solidFill>
                  <a:srgbClr val="4ADE80"/>
                </a:solidFill>
                <a:latin typeface="맑은 고딕"/>
              </a:defRPr>
            </a:pPr>
            <a:r>
              <a:t>guide, outpace, head, supremacy</a:t>
            </a:r>
            <a:br/>
            <a:r>
              <a:t>leader 지도자, leadership 지도력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0"/>
            <a:ext cx="5943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>
                <a:solidFill>
                  <a:srgbClr val="4ADE80"/>
                </a:solidFill>
                <a:latin typeface="맑은 고딕"/>
              </a:defRPr>
            </a:pPr>
            <a:r>
              <a:t>? ? 안내하다, 인도하다</a:t>
            </a:r>
            <a:br/>
            <a:r>
              <a:t>? 선두에 서다</a:t>
            </a:r>
            <a:br/>
            <a:r>
              <a:t>? 선두, 우세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686800"/>
            <a:ext cx="5943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FFFFFF"/>
                </a:solidFill>
                <a:latin typeface="맑은 고딕"/>
              </a:defRPr>
            </a:pPr>
            <a:r>
              <a:t>[문법 팁]</a:t>
            </a:r>
            <a:br/>
            <a:r>
              <a:t>1) lead to N ~로 이어지다 | =result in | (원인) lead to (결과) |2) lead + O + to V ~에게 ~하라고 이끌다. | 3) lead + O ~를 이끌다 / 인도하다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